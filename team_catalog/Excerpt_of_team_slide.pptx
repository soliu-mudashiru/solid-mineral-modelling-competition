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6" d="100"/>
          <a:sy n="76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8C4F0-7C97-4642-AF9B-B5E175AE313C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70696-C4FA-4152-B3A0-4812ABAA7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1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6933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314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7831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268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3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7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6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9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0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2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87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2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6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8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0FB1F-C9C5-403E-8263-AD1383434BE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A217C-FE6E-4D9B-818A-FD918D11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1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73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451443" y="105344"/>
            <a:ext cx="5082253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Team and Mentors</a:t>
            </a:r>
            <a:endParaRPr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876" y="5371942"/>
            <a:ext cx="1309707" cy="122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20345" y="5370160"/>
            <a:ext cx="1315078" cy="1224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5699" y="5371550"/>
            <a:ext cx="1311658" cy="122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8119" y="5373761"/>
            <a:ext cx="1315078" cy="122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0053" y="5373009"/>
            <a:ext cx="1315079" cy="122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51988" y="5370186"/>
            <a:ext cx="1315077" cy="122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663807" y="1566813"/>
            <a:ext cx="43457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Olawoye Akinyemi Elijah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(B.Tech FUTA)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63807" y="1874590"/>
            <a:ext cx="2894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Data Processing / Applied Geophysics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63797" y="2157975"/>
            <a:ext cx="463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Akinleu Toyin Comfort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(B.Tech FUTA)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63798" y="2465750"/>
            <a:ext cx="4925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Geochemical and structural interpretation/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Applied 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Geology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63798" y="2749125"/>
            <a:ext cx="525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Akesire Abdurrahmon Abiodun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(B.Tech FUTA)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63808" y="3056904"/>
            <a:ext cx="36345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Data Integration /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Geophysics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63798" y="3364675"/>
            <a:ext cx="482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Stephen Opeyemi Beatrice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(B.Tech FUTA)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63807" y="3672458"/>
            <a:ext cx="2894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3D Drilling modelling and Mining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63798" y="3980225"/>
            <a:ext cx="470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Ismail Aminullahi Olamide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(B.Tech FUTA)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63807" y="4288012"/>
            <a:ext cx="2894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Processing / Applied 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Geophysics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63807" y="4595789"/>
            <a:ext cx="36345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Mudashiru Soliu Ademola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(M.Tech FUTA)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63807" y="4903566"/>
            <a:ext cx="2894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Machine Learning /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-US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Geophysics</a:t>
            </a:r>
            <a:endParaRPr sz="1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924667" y="2062451"/>
            <a:ext cx="28948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Akinlalu Ayokunle Adewale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879992" y="2339450"/>
            <a:ext cx="51981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Federal University of Technology, Akure, Applied Geophysics Department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912462" y="1485044"/>
            <a:ext cx="28948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Amigun John Olurotimi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915052" y="1809744"/>
            <a:ext cx="518833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Federal University of Technology, Akure, Applied Geophysics Department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914604" y="4105026"/>
            <a:ext cx="28948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31314"/>
                </a:solidFill>
                <a:latin typeface="Manrope"/>
                <a:ea typeface="Manrope"/>
                <a:cs typeface="Manrope"/>
                <a:sym typeface="Manrope"/>
              </a:rPr>
              <a:t>Mr. Tomiwa Akanbi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912449" y="4411625"/>
            <a:ext cx="5251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Nigerian Geological Survey Agency, Applied Geophysics Department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6912462" y="3532649"/>
            <a:ext cx="35782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31314"/>
                </a:solidFill>
                <a:latin typeface="Manrope"/>
                <a:ea typeface="Manrope"/>
                <a:cs typeface="Manrope"/>
                <a:sym typeface="Manrope"/>
              </a:rPr>
              <a:t>Mr. Daniel Oluwafunmilade Afolabi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6912448" y="3840425"/>
            <a:ext cx="518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31314"/>
                </a:solidFill>
                <a:latin typeface="Inter"/>
                <a:ea typeface="Inter"/>
                <a:cs typeface="Inter"/>
                <a:sym typeface="Inter"/>
              </a:rPr>
              <a:t>University of Calgary, Canada, Earth Energy and Environment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924667" y="3052170"/>
            <a:ext cx="28948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31314"/>
                </a:solidFill>
                <a:latin typeface="Manrope"/>
                <a:ea typeface="Manrope"/>
                <a:cs typeface="Manrope"/>
                <a:sym typeface="Manrope"/>
              </a:rPr>
              <a:t>Dr. Adepoju M.O </a:t>
            </a:r>
            <a:endParaRPr sz="1400" b="1">
              <a:solidFill>
                <a:srgbClr val="13131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894940" y="3287344"/>
            <a:ext cx="518435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Federal University of Technology, Akure,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Geology Department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917378" y="4691221"/>
            <a:ext cx="28948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31314"/>
                </a:solidFill>
                <a:latin typeface="Manrope"/>
                <a:ea typeface="Manrope"/>
                <a:cs typeface="Manrope"/>
                <a:sym typeface="Manrope"/>
              </a:rPr>
              <a:t>Mr. Adisa A.L</a:t>
            </a:r>
            <a:endParaRPr sz="1400" b="1">
              <a:solidFill>
                <a:srgbClr val="13131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912462" y="4998998"/>
            <a:ext cx="5165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Federal University of Technology, Akure,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Geology Department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537225" y="1148325"/>
            <a:ext cx="8622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022326" y="1148325"/>
            <a:ext cx="12459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MENTOR</a:t>
            </a:r>
            <a:endParaRPr/>
          </a:p>
        </p:txBody>
      </p:sp>
      <p:cxnSp>
        <p:nvCxnSpPr>
          <p:cNvPr id="127" name="Google Shape;127;p2"/>
          <p:cNvCxnSpPr>
            <a:stCxn id="125" idx="3"/>
          </p:cNvCxnSpPr>
          <p:nvPr/>
        </p:nvCxnSpPr>
        <p:spPr>
          <a:xfrm>
            <a:off x="2399425" y="1332975"/>
            <a:ext cx="5689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" name="Google Shape;128;p2"/>
          <p:cNvSpPr txBox="1"/>
          <p:nvPr/>
        </p:nvSpPr>
        <p:spPr>
          <a:xfrm>
            <a:off x="590470" y="6664135"/>
            <a:ext cx="322043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FUTA - Federal University of Technology, Akure</a:t>
            </a:r>
            <a:endParaRPr sz="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29" name="Google Shape;129;p2"/>
          <p:cNvGraphicFramePr/>
          <p:nvPr/>
        </p:nvGraphicFramePr>
        <p:xfrm>
          <a:off x="406670" y="597014"/>
          <a:ext cx="8127975" cy="3657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09325"/>
                <a:gridCol w="2709325"/>
                <a:gridCol w="2709325"/>
              </a:tblGrid>
              <a:tr h="32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822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482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Snapshot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Slide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Project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30" name="Google Shape;130;p2"/>
          <p:cNvSpPr txBox="1">
            <a:spLocks noGrp="1"/>
          </p:cNvSpPr>
          <p:nvPr>
            <p:ph type="sldNum" idx="12"/>
          </p:nvPr>
        </p:nvSpPr>
        <p:spPr>
          <a:xfrm>
            <a:off x="9066386" y="62990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/>
              <a:t>2</a:t>
            </a:fld>
            <a:endParaRPr b="1"/>
          </a:p>
        </p:txBody>
      </p:sp>
      <p:sp>
        <p:nvSpPr>
          <p:cNvPr id="131" name="Google Shape;131;p2"/>
          <p:cNvSpPr txBox="1"/>
          <p:nvPr/>
        </p:nvSpPr>
        <p:spPr>
          <a:xfrm>
            <a:off x="6924667" y="2535104"/>
            <a:ext cx="28948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Idris Adebayo Musa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6880012" y="2796603"/>
            <a:ext cx="51981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Federal University of Technology, Akure, Mining </a:t>
            </a:r>
            <a:r>
              <a:rPr lang="en-US" sz="1200">
                <a:solidFill>
                  <a:schemeClr val="dk1"/>
                </a:solidFill>
              </a:rPr>
              <a:t>Engineering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796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/>
        </p:nvSpPr>
        <p:spPr>
          <a:xfrm>
            <a:off x="300821" y="353994"/>
            <a:ext cx="4692316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Teamwork Strategy</a:t>
            </a:r>
            <a:endParaRPr sz="2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581924" y="1394921"/>
            <a:ext cx="17959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WhatsApp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578409" y="1868959"/>
            <a:ext cx="28948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 quick way to message teammates;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convenient call feature.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638070" y="2512571"/>
            <a:ext cx="17959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634555" y="2855548"/>
            <a:ext cx="307935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meeting summaries and outcomes,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sharing, and longer responses.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687558" y="4132369"/>
            <a:ext cx="29429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 meetings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684043" y="4547233"/>
            <a:ext cx="3079355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Planning strategy and formulating ideas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September break and updating the group with personal progress every day.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meetings done if someone couldn’t attend physically.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6426638" y="1346794"/>
            <a:ext cx="38493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communication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6423123" y="1852916"/>
            <a:ext cx="3079355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Researchers and industry experts were contacted to help us further refine our ideas, gather additional datasets, and advise us on any roadblocks.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7573649" y="4322603"/>
            <a:ext cx="37771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communication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7570134" y="4712042"/>
            <a:ext cx="307935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Unlimited real-time storage on box provided by The Federal university of Technology, Akure and the ability to open and edit Microsoft 365 formats in box made it our go-to collaboration software.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6760763" y="3432155"/>
            <a:ext cx="159546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Nigeria Geological Survey Agency – NGSA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" descr="Nigeria Geological Survey Agency – NG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3675" y="2978951"/>
            <a:ext cx="2366211" cy="54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" descr="Space4Water Port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7276" y="2579783"/>
            <a:ext cx="1002632" cy="100263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9113201" y="3435484"/>
            <a:ext cx="20125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Federal university of Technology, Akure Professors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3" descr="Outlook Logo, symbol, meaning, history, PNG, brand"/>
          <p:cNvPicPr preferRelativeResize="0"/>
          <p:nvPr/>
        </p:nvPicPr>
        <p:blipFill rotWithShape="1">
          <a:blip r:embed="rId5">
            <a:alphaModFix/>
          </a:blip>
          <a:srcRect l="17613" t="-6632" r="14535" b="-11431"/>
          <a:stretch/>
        </p:blipFill>
        <p:spPr>
          <a:xfrm>
            <a:off x="675676" y="2416032"/>
            <a:ext cx="903432" cy="87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" descr="Whatsapp logo, Whatsapp icon logo vector, Free Vector 19490734 Vector Art  at Vecteezy"/>
          <p:cNvPicPr preferRelativeResize="0"/>
          <p:nvPr/>
        </p:nvPicPr>
        <p:blipFill rotWithShape="1">
          <a:blip r:embed="rId6">
            <a:alphaModFix/>
          </a:blip>
          <a:srcRect l="10658" t="13838" r="53421" b="13760"/>
          <a:stretch/>
        </p:blipFill>
        <p:spPr>
          <a:xfrm>
            <a:off x="721895" y="1332565"/>
            <a:ext cx="818169" cy="772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 descr="A logo of a video camera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5891" y="4085704"/>
            <a:ext cx="902369" cy="7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" descr="Microsoft 365 (M365) - Information Technology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16843" y="4386691"/>
            <a:ext cx="1042737" cy="8385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3"/>
          <p:cNvCxnSpPr/>
          <p:nvPr/>
        </p:nvCxnSpPr>
        <p:spPr>
          <a:xfrm rot="-5400000" flipH="1">
            <a:off x="3269781" y="3457553"/>
            <a:ext cx="4526100" cy="774600"/>
          </a:xfrm>
          <a:prstGeom prst="bentConnector3">
            <a:avLst>
              <a:gd name="adj1" fmla="val 49999"/>
            </a:avLst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57" name="Google Shape;157;p3"/>
          <p:cNvCxnSpPr/>
          <p:nvPr/>
        </p:nvCxnSpPr>
        <p:spPr>
          <a:xfrm>
            <a:off x="932329" y="3844829"/>
            <a:ext cx="971716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8" name="Google Shape;15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60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4524" y="1425212"/>
            <a:ext cx="6208863" cy="4797758"/>
          </a:xfrm>
          <a:prstGeom prst="rect">
            <a:avLst/>
          </a:prstGeom>
          <a:noFill/>
          <a:ln w="9525" cap="flat" cmpd="sng">
            <a:solidFill>
              <a:srgbClr val="F4822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4" name="Google Shape;164;p4"/>
          <p:cNvSpPr txBox="1"/>
          <p:nvPr/>
        </p:nvSpPr>
        <p:spPr>
          <a:xfrm>
            <a:off x="336628" y="69302"/>
            <a:ext cx="3112371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258613" y="1757224"/>
            <a:ext cx="523207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 Framework for Copper Exploration Towards its Economic Viability in Namibia: Insights from Multi-source Datasets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4"/>
          <p:cNvGraphicFramePr/>
          <p:nvPr/>
        </p:nvGraphicFramePr>
        <p:xfrm>
          <a:off x="420468" y="582398"/>
          <a:ext cx="8127975" cy="3657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09325"/>
                <a:gridCol w="2709325"/>
                <a:gridCol w="2709325"/>
              </a:tblGrid>
              <a:tr h="32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Snapshot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822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482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 Slide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Project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67" name="Google Shape;167;p4"/>
          <p:cNvSpPr txBox="1"/>
          <p:nvPr/>
        </p:nvSpPr>
        <p:spPr>
          <a:xfrm>
            <a:off x="258613" y="1458959"/>
            <a:ext cx="19115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8221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r>
              <a:rPr lang="en-US" sz="1800" b="1">
                <a:solidFill>
                  <a:srgbClr val="F48221"/>
                </a:solidFill>
                <a:latin typeface="Arial"/>
                <a:ea typeface="Arial"/>
                <a:cs typeface="Arial"/>
                <a:sym typeface="Arial"/>
              </a:rPr>
              <a:t> Title</a:t>
            </a:r>
            <a:endParaRPr sz="1400">
              <a:solidFill>
                <a:srgbClr val="F482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221814" y="3895309"/>
            <a:ext cx="11979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8221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sz="1400">
              <a:solidFill>
                <a:srgbClr val="F482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221825" y="4129950"/>
            <a:ext cx="42039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Literature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Geology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Geophysics: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Aero-Magnetic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Aero-Radiometric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 Sensing: DEM</a:t>
            </a:r>
            <a:r>
              <a:rPr lang="en-US" sz="2000" b="1">
                <a:solidFill>
                  <a:schemeClr val="dk1"/>
                </a:solidFill>
              </a:rPr>
              <a:t>/Landsat 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Geochemical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Drill Hole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230274" y="3131867"/>
            <a:ext cx="19092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8221"/>
                </a:solidFill>
                <a:latin typeface="Arial"/>
                <a:ea typeface="Arial"/>
                <a:cs typeface="Arial"/>
                <a:sym typeface="Arial"/>
              </a:rPr>
              <a:t>Project Area</a:t>
            </a:r>
            <a:endParaRPr sz="1200">
              <a:solidFill>
                <a:srgbClr val="F482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209029" y="3423981"/>
            <a:ext cx="288963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Gorob Area, Namibia.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7050370" y="6267940"/>
            <a:ext cx="35571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1: Basemap of the study area</a:t>
            </a:r>
            <a:endParaRPr/>
          </a:p>
        </p:txBody>
      </p:sp>
      <p:sp>
        <p:nvSpPr>
          <p:cNvPr id="173" name="Google Shape;17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87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Widescreen</PresentationFormat>
  <Paragraphs>72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Inter</vt:lpstr>
      <vt:lpstr>Manrope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2025-11-18T23:48:10Z</dcterms:created>
  <dcterms:modified xsi:type="dcterms:W3CDTF">2025-11-18T23:48:32Z</dcterms:modified>
</cp:coreProperties>
</file>